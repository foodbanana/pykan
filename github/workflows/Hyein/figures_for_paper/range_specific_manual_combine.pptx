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ABC81-D082-4097-8F73-908C00219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AA7A1C-6937-469E-BF7E-5DB9C9F87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769F11-F379-4ACA-99C1-E33EC69C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91111A-9C73-4AEB-8773-82BBBA60D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8C61FF-9EFF-4D2F-BAC1-1C42F800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920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F2868-9E18-402C-937A-60FA45AE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BBC3A-99F9-457B-932A-DA391350C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03F4D1-4BD2-442E-B4B4-3B05594F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262A1C-FEC8-4CB9-930A-EF88C027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642884-AC4E-43E6-82D8-BD751E779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78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CAB99-2ACE-4639-855D-BE7E995FB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FA8B01-4626-4990-A7CD-F455AAC98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8ED60B-5014-4235-9396-202E37C2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2ACAB-FB95-4679-9B0D-A4252FB9B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48E41-5AC6-40E0-9601-038A0F03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33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2F779-5D04-4152-9596-D5AA2FD8A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7DC016-A97F-4EDC-854B-DDE8FA69A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DA90C8-0D43-44B1-81A1-F1AB7CBFA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496E79-90D8-4087-A32C-FC22675E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23B35B-CB2E-4E7A-A081-A24974E2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CBE6DC-4F44-4D30-8534-556B6307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344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4120C-E97E-4A3A-9DE3-530551AA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F6D9C2-0805-4BF4-B4D6-E101A7937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45F603-A186-4EA0-AB1C-A37EBED4E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D4C0F7-848C-473B-A04C-2542823A4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016E83-934A-4146-9925-E45D9F2C72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5B20C9-0095-4269-A8F4-7EC784339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4ED555-B262-4EBC-B59D-599730C91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CC0C36-CB6F-4EF1-9F99-163E45B3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57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6123B-DD3F-4FA8-81AE-44CFE7E06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318D09-E0F7-401B-B4F1-F45A645B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0A8187-847F-4675-9076-8EB65685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FF381A-F19A-4266-8A16-4D9E7E8A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476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DB1139-2929-4463-9B14-A2E45458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281341-6A5E-446E-8FC5-11E56FCA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6CB888-FEF8-4780-ABC7-FABDCBDB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81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E18009-53E6-447F-99E7-AEF975E2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D478B1-0207-4B40-BF30-F6CEB6D24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FF543B-1C76-4586-9AE0-0EA968F2F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DBDFF8-F831-4C08-A46E-21E8A0B4E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E4305D-FE1E-4955-B4CF-AB802436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971F41-66A7-4CB8-B0DC-111BAC885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81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5C25A-955B-4019-8B1F-CD282D39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857E28-9D6A-48C4-8732-1FD6656C0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68C9E3-2BA3-45B6-8D93-40E3E8DCA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207EBE-DE44-4B84-B951-9999CEC7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40F111-76AD-4EA0-9C7E-85F2A455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4AD6DA-A486-4B6A-B16D-18DE64874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C898B-F920-4BC2-AA22-1F28E1219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DC9E98-0C70-4A56-B8D3-563AC52D0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52CC2A-C2F5-477E-8190-0DFC5AA7E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3DDBD5-4323-4417-867C-C347CD4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D4996-4269-4F45-B919-ED1C08D49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4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65DFB6-E0F4-433C-805B-79D88BAD0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21B46C-8A70-4396-AFD6-AC9F9453C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C65489-37A0-43AD-849B-C4EAB88A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2D821D-F311-4F73-8DA3-DA6C09E4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2E4663-4216-4BA9-9716-6AC25004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89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6FA6D1-5999-4F46-BAB3-40B615DA7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722BB7-67F7-4485-A329-1DA8E05C5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A555EA-D932-46B1-9E90-539CDCED8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9D015-5E40-4BA9-A948-5D4F8D4F01D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874880-BD0B-4405-969B-0C485EC29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D13366-AE39-479B-9EE0-172E1DD86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78AD4-5368-4FE8-AB0D-8ACE82EF0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054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5AB2DD6-2D26-4954-BF0B-46DDC4DF8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769" y="178697"/>
            <a:ext cx="4572009" cy="365760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6DCA2C6-FBA0-443A-AE96-F0B4327B1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767" y="3798200"/>
            <a:ext cx="4572009" cy="36576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EEDA993-5673-4A27-B9EA-A3047CE29D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2780" y="178697"/>
            <a:ext cx="4572009" cy="365760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69BD8EB-5054-4C72-9DE7-3ADFBF169C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2779" y="3798200"/>
            <a:ext cx="4572009" cy="365760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036B86C-A6EC-4BD1-8706-538FCC6387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84788" y="178697"/>
            <a:ext cx="4572009" cy="365760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9EF2512-9335-46E9-88B9-3677F9FBE1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84787" y="3798200"/>
            <a:ext cx="4572009" cy="36576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C1639D-88CF-4C22-96A5-ED573521A227}"/>
              </a:ext>
            </a:extLst>
          </p:cNvPr>
          <p:cNvSpPr txBox="1"/>
          <p:nvPr/>
        </p:nvSpPr>
        <p:spPr>
          <a:xfrm>
            <a:off x="440767" y="17869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(a)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9CE99-9807-455B-BB86-9CB1B77E442C}"/>
              </a:ext>
            </a:extLst>
          </p:cNvPr>
          <p:cNvSpPr txBox="1"/>
          <p:nvPr/>
        </p:nvSpPr>
        <p:spPr>
          <a:xfrm>
            <a:off x="440767" y="379820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(d)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886646-428C-40A1-A914-ECF56ADFE563}"/>
              </a:ext>
            </a:extLst>
          </p:cNvPr>
          <p:cNvSpPr txBox="1"/>
          <p:nvPr/>
        </p:nvSpPr>
        <p:spPr>
          <a:xfrm>
            <a:off x="5012776" y="17869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(b)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4B9410-F3B8-4E18-9A6C-CD1DC5120B2C}"/>
              </a:ext>
            </a:extLst>
          </p:cNvPr>
          <p:cNvSpPr txBox="1"/>
          <p:nvPr/>
        </p:nvSpPr>
        <p:spPr>
          <a:xfrm>
            <a:off x="5012776" y="37982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(e)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7BCBE5-099D-41FB-9682-691FB6F7A100}"/>
              </a:ext>
            </a:extLst>
          </p:cNvPr>
          <p:cNvSpPr txBox="1"/>
          <p:nvPr/>
        </p:nvSpPr>
        <p:spPr>
          <a:xfrm>
            <a:off x="9584785" y="17869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(c)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A01A79-4524-4B65-BC96-867AD6F4057F}"/>
              </a:ext>
            </a:extLst>
          </p:cNvPr>
          <p:cNvSpPr txBox="1"/>
          <p:nvPr/>
        </p:nvSpPr>
        <p:spPr>
          <a:xfrm>
            <a:off x="9584785" y="379820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(f)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747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그림 598">
            <a:extLst>
              <a:ext uri="{FF2B5EF4-FFF2-40B4-BE49-F238E27FC236}">
                <a16:creationId xmlns:a16="http://schemas.microsoft.com/office/drawing/2014/main" id="{CF6E779C-3DFC-48CA-84EF-D9E32AEC0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1444" y="4214145"/>
            <a:ext cx="3724348" cy="1590924"/>
          </a:xfrm>
          <a:prstGeom prst="rect">
            <a:avLst/>
          </a:prstGeom>
        </p:spPr>
      </p:pic>
      <p:pic>
        <p:nvPicPr>
          <p:cNvPr id="601" name="그림 600">
            <a:extLst>
              <a:ext uri="{FF2B5EF4-FFF2-40B4-BE49-F238E27FC236}">
                <a16:creationId xmlns:a16="http://schemas.microsoft.com/office/drawing/2014/main" id="{DB89CA84-9F92-4972-A189-337644EE3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8366" y="332863"/>
            <a:ext cx="3724348" cy="299898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212B28C-DCC7-40FE-BE59-C4DAAC0FFD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35"/>
          <a:stretch/>
        </p:blipFill>
        <p:spPr>
          <a:xfrm>
            <a:off x="5995381" y="582162"/>
            <a:ext cx="3825538" cy="2846838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F510F4D6-AAFB-4A5B-A290-1DFBEDE2EFF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0000"/>
          <a:stretch/>
        </p:blipFill>
        <p:spPr>
          <a:xfrm>
            <a:off x="2199826" y="582162"/>
            <a:ext cx="3778192" cy="284683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7E12EA0-9487-451C-9A56-4A4D5362B1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38283" y="582162"/>
            <a:ext cx="3782695" cy="2846838"/>
          </a:xfrm>
          <a:prstGeom prst="rect">
            <a:avLst/>
          </a:prstGeom>
        </p:spPr>
      </p:pic>
      <p:pic>
        <p:nvPicPr>
          <p:cNvPr id="68" name="그래픽 67">
            <a:extLst>
              <a:ext uri="{FF2B5EF4-FFF2-40B4-BE49-F238E27FC236}">
                <a16:creationId xmlns:a16="http://schemas.microsoft.com/office/drawing/2014/main" id="{201A60A4-CA0B-4D9D-AE76-85C47A7F3F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8283" y="3586188"/>
            <a:ext cx="3829919" cy="2846838"/>
          </a:xfrm>
          <a:prstGeom prst="rect">
            <a:avLst/>
          </a:prstGeom>
        </p:spPr>
      </p:pic>
      <p:pic>
        <p:nvPicPr>
          <p:cNvPr id="589" name="그림 588">
            <a:extLst>
              <a:ext uri="{FF2B5EF4-FFF2-40B4-BE49-F238E27FC236}">
                <a16:creationId xmlns:a16="http://schemas.microsoft.com/office/drawing/2014/main" id="{91B3CF1A-68AF-4980-9946-7BAFDE7427C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35"/>
          <a:stretch/>
        </p:blipFill>
        <p:spPr>
          <a:xfrm>
            <a:off x="5978018" y="3586188"/>
            <a:ext cx="3825538" cy="2846838"/>
          </a:xfrm>
          <a:prstGeom prst="rect">
            <a:avLst/>
          </a:prstGeom>
        </p:spPr>
      </p:pic>
      <p:pic>
        <p:nvPicPr>
          <p:cNvPr id="593" name="그림 592">
            <a:extLst>
              <a:ext uri="{FF2B5EF4-FFF2-40B4-BE49-F238E27FC236}">
                <a16:creationId xmlns:a16="http://schemas.microsoft.com/office/drawing/2014/main" id="{CC4759EA-03A1-4BC4-837E-253AEE70FB6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199826" y="3460176"/>
            <a:ext cx="3709424" cy="309886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3455AC2-74AD-4005-A4B6-A10336DBDE02}"/>
              </a:ext>
            </a:extLst>
          </p:cNvPr>
          <p:cNvSpPr txBox="1"/>
          <p:nvPr/>
        </p:nvSpPr>
        <p:spPr>
          <a:xfrm>
            <a:off x="-1726024" y="33607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(a)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63CA62-EDE2-47B9-A2E5-262EF84BD45D}"/>
              </a:ext>
            </a:extLst>
          </p:cNvPr>
          <p:cNvSpPr txBox="1"/>
          <p:nvPr/>
        </p:nvSpPr>
        <p:spPr>
          <a:xfrm>
            <a:off x="2199826" y="33607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(b)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92CC96-C2B5-4433-966F-AE7ED9DFE46B}"/>
              </a:ext>
            </a:extLst>
          </p:cNvPr>
          <p:cNvSpPr txBox="1"/>
          <p:nvPr/>
        </p:nvSpPr>
        <p:spPr>
          <a:xfrm>
            <a:off x="5862000" y="33607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(c)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86E81D-90C9-40BF-89CC-35E6C1245247}"/>
              </a:ext>
            </a:extLst>
          </p:cNvPr>
          <p:cNvSpPr txBox="1"/>
          <p:nvPr/>
        </p:nvSpPr>
        <p:spPr>
          <a:xfrm>
            <a:off x="9787850" y="33607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(d)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CB2D4003-30D8-4041-B1C3-212F4E30869B}"/>
              </a:ext>
            </a:extLst>
          </p:cNvPr>
          <p:cNvSpPr txBox="1"/>
          <p:nvPr/>
        </p:nvSpPr>
        <p:spPr>
          <a:xfrm>
            <a:off x="-1726024" y="333184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(e)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26F19DFC-32AD-4D37-90C3-06D6ABB87D3A}"/>
              </a:ext>
            </a:extLst>
          </p:cNvPr>
          <p:cNvSpPr txBox="1"/>
          <p:nvPr/>
        </p:nvSpPr>
        <p:spPr>
          <a:xfrm>
            <a:off x="2199826" y="333184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(f)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ADD3E605-1886-4B77-9133-15FA640725FD}"/>
              </a:ext>
            </a:extLst>
          </p:cNvPr>
          <p:cNvSpPr txBox="1"/>
          <p:nvPr/>
        </p:nvSpPr>
        <p:spPr>
          <a:xfrm>
            <a:off x="5862000" y="3331847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(g)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7B142467-7E4D-49FC-A30F-552CBF52E1DD}"/>
              </a:ext>
            </a:extLst>
          </p:cNvPr>
          <p:cNvSpPr txBox="1"/>
          <p:nvPr/>
        </p:nvSpPr>
        <p:spPr>
          <a:xfrm>
            <a:off x="9787850" y="3331847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elveticaNeueLT Pro 65 Md" panose="020B0604020202020204" pitchFamily="34" charset="0"/>
              </a:rPr>
              <a:t>(h)</a:t>
            </a:r>
            <a:endParaRPr lang="ko-KR" altLang="en-US" dirty="0">
              <a:latin typeface="HelveticaNeueLT Pro 65 Md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58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42</Words>
  <Application>Microsoft Office PowerPoint</Application>
  <PresentationFormat>와이드스크린</PresentationFormat>
  <Paragraphs>14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HelveticaNeueLT Pro 65 Md</vt:lpstr>
      <vt:lpstr>맑은 고딕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혜인 정</dc:creator>
  <cp:lastModifiedBy>혜인 정</cp:lastModifiedBy>
  <cp:revision>20</cp:revision>
  <dcterms:created xsi:type="dcterms:W3CDTF">2026-05-27T07:27:57Z</dcterms:created>
  <dcterms:modified xsi:type="dcterms:W3CDTF">2026-05-29T06:19:16Z</dcterms:modified>
</cp:coreProperties>
</file>